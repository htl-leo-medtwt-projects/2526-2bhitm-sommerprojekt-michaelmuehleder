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8288000" cy="10287000"/>
  <p:notesSz cx="6858000" cy="9144000"/>
  <p:embeddedFontLst>
    <p:embeddedFont>
      <p:font typeface="Bitter" panose="020B0604020202020204" charset="0"/>
      <p:regular r:id="rId14"/>
    </p:embeddedFont>
    <p:embeddedFont>
      <p:font typeface="Handelson Six" panose="020B0604020202020204" charset="0"/>
      <p:regular r:id="rId15"/>
    </p:embeddedFont>
    <p:embeddedFont>
      <p:font typeface="Lumios Marker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1" d="100"/>
          <a:sy n="51" d="100"/>
        </p:scale>
        <p:origin x="898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DADFD-0074-41D4-90B3-C8D703CE0B82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063961-C8F0-40F1-B02B-93EC172122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0852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63961-C8F0-40F1-B02B-93EC1721226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495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6.png"/><Relationship Id="rId7" Type="http://schemas.openxmlformats.org/officeDocument/2006/relationships/image" Target="../media/image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6.png"/><Relationship Id="rId7" Type="http://schemas.openxmlformats.org/officeDocument/2006/relationships/image" Target="../media/image1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6.png"/><Relationship Id="rId7" Type="http://schemas.openxmlformats.org/officeDocument/2006/relationships/image" Target="../media/image1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6.png"/><Relationship Id="rId7" Type="http://schemas.openxmlformats.org/officeDocument/2006/relationships/image" Target="../media/image1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4.sv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866527">
            <a:off x="-4406192" y="8938118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5" y="0"/>
                </a:lnTo>
                <a:lnTo>
                  <a:pt x="19724025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 rot="873426">
            <a:off x="2100405" y="549866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1489445">
            <a:off x="9958591" y="1827526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 rot="1941580">
            <a:off x="-9346852" y="8705554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 rot="-8551866">
            <a:off x="-1798795" y="1655348"/>
            <a:ext cx="6575167" cy="6976305"/>
          </a:xfrm>
          <a:custGeom>
            <a:avLst/>
            <a:gdLst/>
            <a:ahLst/>
            <a:cxnLst/>
            <a:rect l="l" t="t" r="r" b="b"/>
            <a:pathLst>
              <a:path w="6575167" h="6976305">
                <a:moveTo>
                  <a:pt x="0" y="0"/>
                </a:moveTo>
                <a:lnTo>
                  <a:pt x="6575167" y="0"/>
                </a:lnTo>
                <a:lnTo>
                  <a:pt x="6575167" y="6976304"/>
                </a:lnTo>
                <a:lnTo>
                  <a:pt x="0" y="69763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 rot="618540">
            <a:off x="-5232414" y="3084490"/>
            <a:ext cx="12522228" cy="8342934"/>
          </a:xfrm>
          <a:custGeom>
            <a:avLst/>
            <a:gdLst/>
            <a:ahLst/>
            <a:cxnLst/>
            <a:rect l="l" t="t" r="r" b="b"/>
            <a:pathLst>
              <a:path w="12522228" h="8342934">
                <a:moveTo>
                  <a:pt x="0" y="0"/>
                </a:moveTo>
                <a:lnTo>
                  <a:pt x="12522228" y="0"/>
                </a:lnTo>
                <a:lnTo>
                  <a:pt x="12522228" y="8342934"/>
                </a:lnTo>
                <a:lnTo>
                  <a:pt x="0" y="83429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TextBox 9"/>
          <p:cNvSpPr txBox="1"/>
          <p:nvPr/>
        </p:nvSpPr>
        <p:spPr>
          <a:xfrm>
            <a:off x="6586241" y="5606180"/>
            <a:ext cx="11937882" cy="3379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43"/>
              </a:lnSpc>
            </a:pPr>
            <a:r>
              <a:rPr lang="en-US" sz="30186">
                <a:solidFill>
                  <a:srgbClr val="FFFFFF"/>
                </a:solidFill>
                <a:latin typeface="Handelson Six"/>
                <a:ea typeface="Handelson Six"/>
                <a:cs typeface="Handelson Six"/>
                <a:sym typeface="Handelson Six"/>
              </a:rPr>
              <a:t>Motive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61515" y="2948867"/>
            <a:ext cx="9870343" cy="2792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18"/>
              </a:lnSpc>
            </a:pPr>
            <a:r>
              <a:rPr lang="en-US" sz="24958" dirty="0">
                <a:solidFill>
                  <a:srgbClr val="FFFFFF"/>
                </a:solidFill>
                <a:latin typeface="Handelson Six"/>
                <a:ea typeface="Handelson Six"/>
                <a:cs typeface="Handelson Six"/>
                <a:sym typeface="Handelson Six"/>
              </a:rPr>
              <a:t>Hidden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8785484" y="0"/>
            <a:ext cx="1948994" cy="10287000"/>
          </a:xfrm>
          <a:custGeom>
            <a:avLst/>
            <a:gdLst/>
            <a:ahLst/>
            <a:cxnLst/>
            <a:rect l="l" t="t" r="r" b="b"/>
            <a:pathLst>
              <a:path w="1948994" h="10287000">
                <a:moveTo>
                  <a:pt x="0" y="0"/>
                </a:moveTo>
                <a:lnTo>
                  <a:pt x="1948994" y="0"/>
                </a:lnTo>
                <a:lnTo>
                  <a:pt x="19489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125" t="-16313" r="-6025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 rot="-262195">
            <a:off x="663234" y="1152603"/>
            <a:ext cx="8329559" cy="8542149"/>
          </a:xfrm>
          <a:custGeom>
            <a:avLst/>
            <a:gdLst/>
            <a:ahLst/>
            <a:cxnLst/>
            <a:rect l="l" t="t" r="r" b="b"/>
            <a:pathLst>
              <a:path w="8329559" h="8542149">
                <a:moveTo>
                  <a:pt x="0" y="0"/>
                </a:moveTo>
                <a:lnTo>
                  <a:pt x="8329559" y="0"/>
                </a:lnTo>
                <a:lnTo>
                  <a:pt x="8329559" y="8542149"/>
                </a:lnTo>
                <a:lnTo>
                  <a:pt x="0" y="85421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92" b="-2221"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5" name="Group 5"/>
          <p:cNvGrpSpPr/>
          <p:nvPr/>
        </p:nvGrpSpPr>
        <p:grpSpPr>
          <a:xfrm rot="-328607">
            <a:off x="2110742" y="2758471"/>
            <a:ext cx="5020510" cy="4770059"/>
            <a:chOff x="0" y="0"/>
            <a:chExt cx="777808" cy="7390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77808" cy="739007"/>
            </a:xfrm>
            <a:custGeom>
              <a:avLst/>
              <a:gdLst/>
              <a:ahLst/>
              <a:cxnLst/>
              <a:rect l="l" t="t" r="r" b="b"/>
              <a:pathLst>
                <a:path w="777808" h="739007">
                  <a:moveTo>
                    <a:pt x="0" y="0"/>
                  </a:moveTo>
                  <a:lnTo>
                    <a:pt x="777808" y="0"/>
                  </a:lnTo>
                  <a:lnTo>
                    <a:pt x="777808" y="739007"/>
                  </a:lnTo>
                  <a:lnTo>
                    <a:pt x="0" y="739007"/>
                  </a:lnTo>
                  <a:close/>
                </a:path>
              </a:pathLst>
            </a:custGeom>
            <a:blipFill>
              <a:blip r:embed="rId5"/>
              <a:stretch>
                <a:fillRect l="-21303" r="-21303"/>
              </a:stretch>
            </a:blip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7" name="Freeform 7"/>
          <p:cNvSpPr/>
          <p:nvPr/>
        </p:nvSpPr>
        <p:spPr>
          <a:xfrm rot="1489445">
            <a:off x="10153582" y="1770430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 rot="-1925982">
            <a:off x="8017617" y="9113085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2"/>
                </a:lnTo>
                <a:lnTo>
                  <a:pt x="0" y="8248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TextBox 9"/>
          <p:cNvSpPr txBox="1"/>
          <p:nvPr/>
        </p:nvSpPr>
        <p:spPr>
          <a:xfrm>
            <a:off x="9748920" y="1574194"/>
            <a:ext cx="7365400" cy="136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395"/>
              </a:lnSpc>
            </a:pPr>
            <a:r>
              <a:rPr lang="en-US" sz="9900">
                <a:solidFill>
                  <a:srgbClr val="FDB31D"/>
                </a:solidFill>
                <a:latin typeface="Handelson Six"/>
                <a:ea typeface="Handelson Six"/>
                <a:cs typeface="Handelson Six"/>
                <a:sym typeface="Handelson Six"/>
              </a:rPr>
              <a:t>Setting &amp; Idee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40549" y="4535511"/>
            <a:ext cx="8539080" cy="3082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82"/>
              </a:lnSpc>
            </a:pPr>
            <a:r>
              <a:rPr lang="en-US" sz="3559" spc="85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→ Museumsnacht</a:t>
            </a:r>
          </a:p>
          <a:p>
            <a:pPr marL="0" lvl="0" indent="0" algn="l">
              <a:lnSpc>
                <a:spcPts val="4982"/>
              </a:lnSpc>
            </a:pPr>
            <a:r>
              <a:rPr lang="en-US" sz="3559" spc="85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 → ein Diebstahl</a:t>
            </a:r>
          </a:p>
          <a:p>
            <a:pPr marL="0" lvl="0" indent="0" algn="l">
              <a:lnSpc>
                <a:spcPts val="4982"/>
              </a:lnSpc>
            </a:pPr>
            <a:r>
              <a:rPr lang="en-US" sz="3559" spc="85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→ fünf Verdächtige</a:t>
            </a:r>
          </a:p>
          <a:p>
            <a:pPr marL="0" lvl="0" indent="0" algn="l">
              <a:lnSpc>
                <a:spcPts val="4982"/>
              </a:lnSpc>
            </a:pPr>
            <a:r>
              <a:rPr lang="en-US" sz="3559" spc="85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⟶ eine Aufgabe</a:t>
            </a:r>
          </a:p>
          <a:p>
            <a:pPr marL="0" lvl="0" indent="0" algn="l">
              <a:lnSpc>
                <a:spcPts val="4982"/>
              </a:lnSpc>
            </a:pPr>
            <a:r>
              <a:rPr lang="en-US" sz="3559" spc="85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98327">
            <a:off x="14470492" y="4189160"/>
            <a:ext cx="4465845" cy="4465845"/>
          </a:xfrm>
          <a:custGeom>
            <a:avLst/>
            <a:gdLst/>
            <a:ahLst/>
            <a:cxnLst/>
            <a:rect l="l" t="t" r="r" b="b"/>
            <a:pathLst>
              <a:path w="4465845" h="4465845">
                <a:moveTo>
                  <a:pt x="0" y="0"/>
                </a:moveTo>
                <a:lnTo>
                  <a:pt x="4465845" y="0"/>
                </a:lnTo>
                <a:lnTo>
                  <a:pt x="4465845" y="4465845"/>
                </a:lnTo>
                <a:lnTo>
                  <a:pt x="0" y="446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 rot="-697464">
            <a:off x="13900801" y="6967987"/>
            <a:ext cx="4426029" cy="4580626"/>
          </a:xfrm>
          <a:custGeom>
            <a:avLst/>
            <a:gdLst/>
            <a:ahLst/>
            <a:cxnLst/>
            <a:rect l="l" t="t" r="r" b="b"/>
            <a:pathLst>
              <a:path w="4426029" h="4580626">
                <a:moveTo>
                  <a:pt x="0" y="0"/>
                </a:moveTo>
                <a:lnTo>
                  <a:pt x="4426030" y="0"/>
                </a:lnTo>
                <a:lnTo>
                  <a:pt x="4426030" y="4580626"/>
                </a:lnTo>
                <a:lnTo>
                  <a:pt x="0" y="4580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2046468">
            <a:off x="17734312" y="4182809"/>
            <a:ext cx="403820" cy="658402"/>
          </a:xfrm>
          <a:custGeom>
            <a:avLst/>
            <a:gdLst/>
            <a:ahLst/>
            <a:cxnLst/>
            <a:rect l="l" t="t" r="r" b="b"/>
            <a:pathLst>
              <a:path w="403820" h="658402">
                <a:moveTo>
                  <a:pt x="0" y="0"/>
                </a:moveTo>
                <a:lnTo>
                  <a:pt x="403820" y="0"/>
                </a:lnTo>
                <a:lnTo>
                  <a:pt x="403820" y="658401"/>
                </a:lnTo>
                <a:lnTo>
                  <a:pt x="0" y="658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 rot="2856948">
            <a:off x="16853283" y="6959338"/>
            <a:ext cx="403820" cy="658402"/>
          </a:xfrm>
          <a:custGeom>
            <a:avLst/>
            <a:gdLst/>
            <a:ahLst/>
            <a:cxnLst/>
            <a:rect l="l" t="t" r="r" b="b"/>
            <a:pathLst>
              <a:path w="403820" h="658402">
                <a:moveTo>
                  <a:pt x="0" y="0"/>
                </a:moveTo>
                <a:lnTo>
                  <a:pt x="403820" y="0"/>
                </a:lnTo>
                <a:lnTo>
                  <a:pt x="403820" y="658401"/>
                </a:lnTo>
                <a:lnTo>
                  <a:pt x="0" y="658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 rot="5400000">
            <a:off x="7781040" y="-7781040"/>
            <a:ext cx="2725921" cy="18288000"/>
          </a:xfrm>
          <a:custGeom>
            <a:avLst/>
            <a:gdLst/>
            <a:ahLst/>
            <a:cxnLst/>
            <a:rect l="l" t="t" r="r" b="b"/>
            <a:pathLst>
              <a:path w="2725921" h="18288000">
                <a:moveTo>
                  <a:pt x="0" y="0"/>
                </a:moveTo>
                <a:lnTo>
                  <a:pt x="2725920" y="0"/>
                </a:lnTo>
                <a:lnTo>
                  <a:pt x="272592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2744" r="-6042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TextBox 8"/>
          <p:cNvSpPr txBox="1"/>
          <p:nvPr/>
        </p:nvSpPr>
        <p:spPr>
          <a:xfrm>
            <a:off x="2387896" y="663104"/>
            <a:ext cx="14315519" cy="1395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71"/>
              </a:lnSpc>
            </a:pPr>
            <a:r>
              <a:rPr lang="en-US" sz="9213">
                <a:solidFill>
                  <a:srgbClr val="FDB31D"/>
                </a:solidFill>
                <a:latin typeface="Handelson Six"/>
                <a:ea typeface="Handelson Six"/>
                <a:cs typeface="Handelson Six"/>
                <a:sym typeface="Handelson Six"/>
              </a:rPr>
              <a:t>Technik</a:t>
            </a:r>
          </a:p>
        </p:txBody>
      </p:sp>
      <p:sp>
        <p:nvSpPr>
          <p:cNvPr id="9" name="Freeform 9"/>
          <p:cNvSpPr/>
          <p:nvPr/>
        </p:nvSpPr>
        <p:spPr>
          <a:xfrm rot="-7989060">
            <a:off x="-1797841" y="2083408"/>
            <a:ext cx="9406078" cy="10410261"/>
          </a:xfrm>
          <a:custGeom>
            <a:avLst/>
            <a:gdLst/>
            <a:ahLst/>
            <a:cxnLst/>
            <a:rect l="l" t="t" r="r" b="b"/>
            <a:pathLst>
              <a:path w="9406078" h="10410261">
                <a:moveTo>
                  <a:pt x="0" y="0"/>
                </a:moveTo>
                <a:lnTo>
                  <a:pt x="9406077" y="0"/>
                </a:lnTo>
                <a:lnTo>
                  <a:pt x="9406077" y="10410261"/>
                </a:lnTo>
                <a:lnTo>
                  <a:pt x="0" y="10410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806" r="-991" b="-2383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TextBox 10"/>
          <p:cNvSpPr txBox="1"/>
          <p:nvPr/>
        </p:nvSpPr>
        <p:spPr>
          <a:xfrm>
            <a:off x="442867" y="5486819"/>
            <a:ext cx="7813651" cy="2172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 algn="l">
              <a:lnSpc>
                <a:spcPts val="4322"/>
              </a:lnSpc>
              <a:buFont typeface="+mj-lt"/>
              <a:buAutoNum type="arabicPeriod"/>
            </a:pPr>
            <a:r>
              <a:rPr lang="en-US" sz="3087" spc="74" dirty="0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Onclick</a:t>
            </a:r>
          </a:p>
          <a:p>
            <a:pPr marL="514350" indent="-514350" algn="l">
              <a:lnSpc>
                <a:spcPts val="4322"/>
              </a:lnSpc>
              <a:buFont typeface="+mj-lt"/>
              <a:buAutoNum type="arabicPeriod"/>
            </a:pPr>
            <a:r>
              <a:rPr lang="en-US" sz="3087" spc="74" dirty="0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Hover</a:t>
            </a:r>
          </a:p>
          <a:p>
            <a:pPr marL="514350" indent="-514350" algn="l">
              <a:lnSpc>
                <a:spcPts val="4322"/>
              </a:lnSpc>
              <a:buFont typeface="+mj-lt"/>
              <a:buAutoNum type="arabicPeriod"/>
            </a:pPr>
            <a:r>
              <a:rPr lang="en-US" sz="3087" spc="74" dirty="0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User-select</a:t>
            </a:r>
          </a:p>
          <a:p>
            <a:pPr marL="514350" indent="-514350" algn="l">
              <a:lnSpc>
                <a:spcPts val="4322"/>
              </a:lnSpc>
              <a:buFont typeface="+mj-lt"/>
              <a:buAutoNum type="arabicPeriod"/>
            </a:pPr>
            <a:r>
              <a:rPr lang="en-US" sz="3087" spc="74" dirty="0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Script Content-</a:t>
            </a:r>
            <a:r>
              <a:rPr lang="en-US" sz="3087" spc="74" dirty="0" err="1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Generierung</a:t>
            </a:r>
            <a:endParaRPr lang="en-US" sz="3087" spc="74" dirty="0">
              <a:solidFill>
                <a:srgbClr val="000000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11" name="Freeform 11"/>
          <p:cNvSpPr/>
          <p:nvPr/>
        </p:nvSpPr>
        <p:spPr>
          <a:xfrm rot="1489445">
            <a:off x="10242073" y="1486149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5400000">
            <a:off x="7504506" y="-3676601"/>
            <a:ext cx="3278988" cy="18288000"/>
          </a:xfrm>
          <a:custGeom>
            <a:avLst/>
            <a:gdLst/>
            <a:ahLst/>
            <a:cxnLst/>
            <a:rect l="l" t="t" r="r" b="b"/>
            <a:pathLst>
              <a:path w="3278988" h="18288000">
                <a:moveTo>
                  <a:pt x="0" y="0"/>
                </a:moveTo>
                <a:lnTo>
                  <a:pt x="3278988" y="0"/>
                </a:lnTo>
                <a:lnTo>
                  <a:pt x="3278988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308" t="-6717" b="-6717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 rot="986064">
            <a:off x="6075516" y="212523"/>
            <a:ext cx="3372538" cy="3305087"/>
          </a:xfrm>
          <a:custGeom>
            <a:avLst/>
            <a:gdLst/>
            <a:ahLst/>
            <a:cxnLst/>
            <a:rect l="l" t="t" r="r" b="b"/>
            <a:pathLst>
              <a:path w="3372538" h="3305087">
                <a:moveTo>
                  <a:pt x="0" y="0"/>
                </a:moveTo>
                <a:lnTo>
                  <a:pt x="3372538" y="0"/>
                </a:lnTo>
                <a:lnTo>
                  <a:pt x="3372538" y="3305087"/>
                </a:lnTo>
                <a:lnTo>
                  <a:pt x="0" y="3305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1031970">
            <a:off x="11502128" y="760053"/>
            <a:ext cx="3372538" cy="3305087"/>
          </a:xfrm>
          <a:custGeom>
            <a:avLst/>
            <a:gdLst/>
            <a:ahLst/>
            <a:cxnLst/>
            <a:rect l="l" t="t" r="r" b="b"/>
            <a:pathLst>
              <a:path w="3372538" h="3305087">
                <a:moveTo>
                  <a:pt x="0" y="0"/>
                </a:moveTo>
                <a:lnTo>
                  <a:pt x="3372538" y="0"/>
                </a:lnTo>
                <a:lnTo>
                  <a:pt x="3372538" y="3305087"/>
                </a:lnTo>
                <a:lnTo>
                  <a:pt x="0" y="3305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6" name="Group 6"/>
          <p:cNvGrpSpPr/>
          <p:nvPr/>
        </p:nvGrpSpPr>
        <p:grpSpPr>
          <a:xfrm rot="1005880">
            <a:off x="11986398" y="1192890"/>
            <a:ext cx="2403998" cy="2439413"/>
            <a:chOff x="0" y="0"/>
            <a:chExt cx="651554" cy="6611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51554" cy="661152"/>
            </a:xfrm>
            <a:custGeom>
              <a:avLst/>
              <a:gdLst/>
              <a:ahLst/>
              <a:cxnLst/>
              <a:rect l="l" t="t" r="r" b="b"/>
              <a:pathLst>
                <a:path w="651554" h="661152">
                  <a:moveTo>
                    <a:pt x="0" y="0"/>
                  </a:moveTo>
                  <a:lnTo>
                    <a:pt x="651554" y="0"/>
                  </a:lnTo>
                  <a:lnTo>
                    <a:pt x="651554" y="661152"/>
                  </a:lnTo>
                  <a:lnTo>
                    <a:pt x="0" y="661152"/>
                  </a:lnTo>
                  <a:close/>
                </a:path>
              </a:pathLst>
            </a:custGeom>
            <a:blipFill>
              <a:blip r:embed="rId5"/>
              <a:stretch>
                <a:fillRect l="-736" r="-736"/>
              </a:stretch>
            </a:blip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8" name="Freeform 8"/>
          <p:cNvSpPr/>
          <p:nvPr/>
        </p:nvSpPr>
        <p:spPr>
          <a:xfrm rot="-887525">
            <a:off x="765641" y="1529970"/>
            <a:ext cx="3372538" cy="3305087"/>
          </a:xfrm>
          <a:custGeom>
            <a:avLst/>
            <a:gdLst/>
            <a:ahLst/>
            <a:cxnLst/>
            <a:rect l="l" t="t" r="r" b="b"/>
            <a:pathLst>
              <a:path w="3372538" h="3305087">
                <a:moveTo>
                  <a:pt x="0" y="0"/>
                </a:moveTo>
                <a:lnTo>
                  <a:pt x="3372538" y="0"/>
                </a:lnTo>
                <a:lnTo>
                  <a:pt x="3372538" y="3305087"/>
                </a:lnTo>
                <a:lnTo>
                  <a:pt x="0" y="3305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/>
          <p:cNvSpPr/>
          <p:nvPr/>
        </p:nvSpPr>
        <p:spPr>
          <a:xfrm rot="2046468">
            <a:off x="669981" y="1687898"/>
            <a:ext cx="315754" cy="514816"/>
          </a:xfrm>
          <a:custGeom>
            <a:avLst/>
            <a:gdLst/>
            <a:ahLst/>
            <a:cxnLst/>
            <a:rect l="l" t="t" r="r" b="b"/>
            <a:pathLst>
              <a:path w="315754" h="514816">
                <a:moveTo>
                  <a:pt x="0" y="0"/>
                </a:moveTo>
                <a:lnTo>
                  <a:pt x="315754" y="0"/>
                </a:lnTo>
                <a:lnTo>
                  <a:pt x="315754" y="514816"/>
                </a:lnTo>
                <a:lnTo>
                  <a:pt x="0" y="5148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/>
          <p:cNvSpPr/>
          <p:nvPr/>
        </p:nvSpPr>
        <p:spPr>
          <a:xfrm rot="2046468">
            <a:off x="12401713" y="320405"/>
            <a:ext cx="315754" cy="514816"/>
          </a:xfrm>
          <a:custGeom>
            <a:avLst/>
            <a:gdLst/>
            <a:ahLst/>
            <a:cxnLst/>
            <a:rect l="l" t="t" r="r" b="b"/>
            <a:pathLst>
              <a:path w="315754" h="514816">
                <a:moveTo>
                  <a:pt x="0" y="0"/>
                </a:moveTo>
                <a:lnTo>
                  <a:pt x="315754" y="0"/>
                </a:lnTo>
                <a:lnTo>
                  <a:pt x="315754" y="514817"/>
                </a:lnTo>
                <a:lnTo>
                  <a:pt x="0" y="51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>
          <a:xfrm rot="2046468">
            <a:off x="6879935" y="-152785"/>
            <a:ext cx="315754" cy="514816"/>
          </a:xfrm>
          <a:custGeom>
            <a:avLst/>
            <a:gdLst/>
            <a:ahLst/>
            <a:cxnLst/>
            <a:rect l="l" t="t" r="r" b="b"/>
            <a:pathLst>
              <a:path w="315754" h="514816">
                <a:moveTo>
                  <a:pt x="0" y="0"/>
                </a:moveTo>
                <a:lnTo>
                  <a:pt x="315754" y="0"/>
                </a:lnTo>
                <a:lnTo>
                  <a:pt x="315754" y="514816"/>
                </a:lnTo>
                <a:lnTo>
                  <a:pt x="0" y="5148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 rot="1489445">
            <a:off x="10242073" y="1486149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 rot="1280981">
            <a:off x="-10422729" y="8752920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14"/>
          <p:cNvSpPr/>
          <p:nvPr/>
        </p:nvSpPr>
        <p:spPr>
          <a:xfrm rot="133624" flipH="1">
            <a:off x="15103863" y="2199123"/>
            <a:ext cx="980547" cy="560056"/>
          </a:xfrm>
          <a:custGeom>
            <a:avLst/>
            <a:gdLst/>
            <a:ahLst/>
            <a:cxnLst/>
            <a:rect l="l" t="t" r="r" b="b"/>
            <a:pathLst>
              <a:path w="980547" h="560056">
                <a:moveTo>
                  <a:pt x="980546" y="0"/>
                </a:moveTo>
                <a:lnTo>
                  <a:pt x="0" y="0"/>
                </a:lnTo>
                <a:lnTo>
                  <a:pt x="0" y="560056"/>
                </a:lnTo>
                <a:lnTo>
                  <a:pt x="980546" y="560056"/>
                </a:lnTo>
                <a:lnTo>
                  <a:pt x="98054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TextBox 15"/>
          <p:cNvSpPr txBox="1"/>
          <p:nvPr/>
        </p:nvSpPr>
        <p:spPr>
          <a:xfrm>
            <a:off x="14491311" y="3106930"/>
            <a:ext cx="3207218" cy="999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5"/>
              </a:lnSpc>
            </a:pPr>
            <a:r>
              <a:rPr lang="en-US" sz="3697">
                <a:solidFill>
                  <a:srgbClr val="000000"/>
                </a:solidFill>
                <a:latin typeface="Lumios Marker"/>
                <a:ea typeface="Lumios Marker"/>
                <a:cs typeface="Lumios Marker"/>
                <a:sym typeface="Lumios Marker"/>
              </a:rPr>
              <a:t>selectSuspect</a:t>
            </a:r>
          </a:p>
          <a:p>
            <a:pPr marL="0" lvl="0" indent="0" algn="ctr">
              <a:lnSpc>
                <a:spcPts val="3845"/>
              </a:lnSpc>
            </a:pPr>
            <a:r>
              <a:rPr lang="en-US" sz="3697">
                <a:solidFill>
                  <a:srgbClr val="000000"/>
                </a:solidFill>
                <a:latin typeface="Lumios Marker"/>
                <a:ea typeface="Lumios Marker"/>
                <a:cs typeface="Lumios Marker"/>
                <a:sym typeface="Lumios Marker"/>
              </a:rPr>
              <a:t>(el)</a:t>
            </a:r>
          </a:p>
        </p:txBody>
      </p:sp>
      <p:sp>
        <p:nvSpPr>
          <p:cNvPr id="16" name="TextBox 16"/>
          <p:cNvSpPr txBox="1"/>
          <p:nvPr/>
        </p:nvSpPr>
        <p:spPr>
          <a:xfrm rot="-1003481">
            <a:off x="850564" y="2722913"/>
            <a:ext cx="3066259" cy="513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5"/>
              </a:lnSpc>
            </a:pPr>
            <a:r>
              <a:rPr lang="en-US" sz="3697">
                <a:solidFill>
                  <a:srgbClr val="000000"/>
                </a:solidFill>
                <a:latin typeface="Lumios Marker"/>
                <a:ea typeface="Lumios Marker"/>
                <a:cs typeface="Lumios Marker"/>
                <a:sym typeface="Lumios Marker"/>
              </a:rPr>
              <a:t>show(el, i)</a:t>
            </a:r>
          </a:p>
        </p:txBody>
      </p:sp>
      <p:sp>
        <p:nvSpPr>
          <p:cNvPr id="17" name="Freeform 17"/>
          <p:cNvSpPr/>
          <p:nvPr/>
        </p:nvSpPr>
        <p:spPr>
          <a:xfrm rot="1183080">
            <a:off x="10598259" y="6980557"/>
            <a:ext cx="3372538" cy="3305087"/>
          </a:xfrm>
          <a:custGeom>
            <a:avLst/>
            <a:gdLst/>
            <a:ahLst/>
            <a:cxnLst/>
            <a:rect l="l" t="t" r="r" b="b"/>
            <a:pathLst>
              <a:path w="3372538" h="3305087">
                <a:moveTo>
                  <a:pt x="0" y="0"/>
                </a:moveTo>
                <a:lnTo>
                  <a:pt x="3372539" y="0"/>
                </a:lnTo>
                <a:lnTo>
                  <a:pt x="3372539" y="3305087"/>
                </a:lnTo>
                <a:lnTo>
                  <a:pt x="0" y="3305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8"/>
          <p:cNvSpPr/>
          <p:nvPr/>
        </p:nvSpPr>
        <p:spPr>
          <a:xfrm rot="2046468">
            <a:off x="11527795" y="6547825"/>
            <a:ext cx="315754" cy="514816"/>
          </a:xfrm>
          <a:custGeom>
            <a:avLst/>
            <a:gdLst/>
            <a:ahLst/>
            <a:cxnLst/>
            <a:rect l="l" t="t" r="r" b="b"/>
            <a:pathLst>
              <a:path w="315754" h="514816">
                <a:moveTo>
                  <a:pt x="0" y="0"/>
                </a:moveTo>
                <a:lnTo>
                  <a:pt x="315754" y="0"/>
                </a:lnTo>
                <a:lnTo>
                  <a:pt x="315754" y="514817"/>
                </a:lnTo>
                <a:lnTo>
                  <a:pt x="0" y="51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9" name="TextBox 19"/>
          <p:cNvSpPr txBox="1"/>
          <p:nvPr/>
        </p:nvSpPr>
        <p:spPr>
          <a:xfrm>
            <a:off x="4488143" y="4566941"/>
            <a:ext cx="9525217" cy="1753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664"/>
              </a:lnSpc>
            </a:pPr>
            <a:r>
              <a:rPr lang="en-US" sz="11579" dirty="0">
                <a:solidFill>
                  <a:srgbClr val="FDB31D"/>
                </a:solidFill>
                <a:latin typeface="Handelson Six"/>
                <a:ea typeface="Handelson Six"/>
                <a:cs typeface="Handelson Six"/>
                <a:sym typeface="Handelson Six"/>
              </a:rPr>
              <a:t>Code </a:t>
            </a:r>
            <a:r>
              <a:rPr lang="en-US" sz="11579" dirty="0" err="1">
                <a:solidFill>
                  <a:srgbClr val="FDB31D"/>
                </a:solidFill>
                <a:latin typeface="Handelson Six"/>
                <a:ea typeface="Handelson Six"/>
                <a:cs typeface="Handelson Six"/>
                <a:sym typeface="Handelson Six"/>
              </a:rPr>
              <a:t>im</a:t>
            </a:r>
            <a:r>
              <a:rPr lang="en-US" sz="11579" dirty="0">
                <a:solidFill>
                  <a:srgbClr val="FDB31D"/>
                </a:solidFill>
                <a:latin typeface="Handelson Six"/>
                <a:ea typeface="Handelson Six"/>
                <a:cs typeface="Handelson Six"/>
                <a:sym typeface="Handelson Six"/>
              </a:rPr>
              <a:t> </a:t>
            </a:r>
            <a:r>
              <a:rPr lang="en-US" sz="11579" dirty="0" err="1">
                <a:solidFill>
                  <a:srgbClr val="FDB31D"/>
                </a:solidFill>
                <a:latin typeface="Handelson Six"/>
                <a:ea typeface="Handelson Six"/>
                <a:cs typeface="Handelson Six"/>
                <a:sym typeface="Handelson Six"/>
              </a:rPr>
              <a:t>Fokus</a:t>
            </a:r>
            <a:endParaRPr lang="en-US" sz="11579" dirty="0">
              <a:solidFill>
                <a:srgbClr val="FDB31D"/>
              </a:solidFill>
              <a:latin typeface="Handelson Six"/>
              <a:ea typeface="Handelson Six"/>
              <a:cs typeface="Handelson Six"/>
              <a:sym typeface="Handelson Six"/>
            </a:endParaRPr>
          </a:p>
        </p:txBody>
      </p:sp>
      <p:sp>
        <p:nvSpPr>
          <p:cNvPr id="20" name="TextBox 20"/>
          <p:cNvSpPr txBox="1"/>
          <p:nvPr/>
        </p:nvSpPr>
        <p:spPr>
          <a:xfrm rot="1116580">
            <a:off x="10530170" y="8151673"/>
            <a:ext cx="3413006" cy="999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5"/>
              </a:lnSpc>
            </a:pPr>
            <a:r>
              <a:rPr lang="en-US" sz="3697">
                <a:solidFill>
                  <a:srgbClr val="000000"/>
                </a:solidFill>
                <a:latin typeface="Lumios Marker"/>
                <a:ea typeface="Lumios Marker"/>
                <a:cs typeface="Lumios Marker"/>
                <a:sym typeface="Lumios Marker"/>
              </a:rPr>
              <a:t>JSON-</a:t>
            </a:r>
          </a:p>
          <a:p>
            <a:pPr marL="0" lvl="0" indent="0" algn="ctr">
              <a:lnSpc>
                <a:spcPts val="3845"/>
              </a:lnSpc>
            </a:pPr>
            <a:r>
              <a:rPr lang="en-US" sz="3697">
                <a:solidFill>
                  <a:srgbClr val="000000"/>
                </a:solidFill>
                <a:latin typeface="Lumios Marker"/>
                <a:ea typeface="Lumios Marker"/>
                <a:cs typeface="Lumios Marker"/>
                <a:sym typeface="Lumios Marker"/>
              </a:rPr>
              <a:t>Struktur</a:t>
            </a:r>
          </a:p>
        </p:txBody>
      </p:sp>
      <p:sp>
        <p:nvSpPr>
          <p:cNvPr id="21" name="TextBox 21"/>
          <p:cNvSpPr txBox="1"/>
          <p:nvPr/>
        </p:nvSpPr>
        <p:spPr>
          <a:xfrm rot="970260">
            <a:off x="6173226" y="1361674"/>
            <a:ext cx="3207218" cy="513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5"/>
              </a:lnSpc>
            </a:pPr>
            <a:r>
              <a:rPr lang="en-US" sz="3697">
                <a:solidFill>
                  <a:srgbClr val="000000"/>
                </a:solidFill>
                <a:latin typeface="Lumios Marker"/>
                <a:ea typeface="Lumios Marker"/>
                <a:cs typeface="Lumios Marker"/>
                <a:sym typeface="Lumios Marker"/>
              </a:rPr>
              <a:t>load()</a:t>
            </a:r>
          </a:p>
        </p:txBody>
      </p:sp>
      <p:sp>
        <p:nvSpPr>
          <p:cNvPr id="22" name="Freeform 22"/>
          <p:cNvSpPr/>
          <p:nvPr/>
        </p:nvSpPr>
        <p:spPr>
          <a:xfrm rot="2100326">
            <a:off x="-9462401" y="7001104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-1050833" y="0"/>
            <a:ext cx="20045355" cy="10287000"/>
          </a:xfrm>
          <a:custGeom>
            <a:avLst/>
            <a:gdLst/>
            <a:ahLst/>
            <a:cxnLst/>
            <a:rect l="l" t="t" r="r" b="b"/>
            <a:pathLst>
              <a:path w="20045355" h="10287000">
                <a:moveTo>
                  <a:pt x="0" y="0"/>
                </a:moveTo>
                <a:lnTo>
                  <a:pt x="20045355" y="0"/>
                </a:lnTo>
                <a:lnTo>
                  <a:pt x="2004535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413" t="-593274" b="-435022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>
            <a:off x="4150021" y="0"/>
            <a:ext cx="13660296" cy="15358735"/>
          </a:xfrm>
          <a:custGeom>
            <a:avLst/>
            <a:gdLst/>
            <a:ahLst/>
            <a:cxnLst/>
            <a:rect l="l" t="t" r="r" b="b"/>
            <a:pathLst>
              <a:path w="13660296" h="15358735">
                <a:moveTo>
                  <a:pt x="0" y="0"/>
                </a:moveTo>
                <a:lnTo>
                  <a:pt x="13660295" y="0"/>
                </a:lnTo>
                <a:lnTo>
                  <a:pt x="13660295" y="15358735"/>
                </a:lnTo>
                <a:lnTo>
                  <a:pt x="0" y="153587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48" r="-1048" b="-6138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 rot="860613">
            <a:off x="-2476905" y="3601959"/>
            <a:ext cx="6238809" cy="12407123"/>
          </a:xfrm>
          <a:custGeom>
            <a:avLst/>
            <a:gdLst/>
            <a:ahLst/>
            <a:cxnLst/>
            <a:rect l="l" t="t" r="r" b="b"/>
            <a:pathLst>
              <a:path w="6238809" h="12407123">
                <a:moveTo>
                  <a:pt x="0" y="0"/>
                </a:moveTo>
                <a:lnTo>
                  <a:pt x="6238809" y="0"/>
                </a:lnTo>
                <a:lnTo>
                  <a:pt x="6238809" y="12407124"/>
                </a:lnTo>
                <a:lnTo>
                  <a:pt x="0" y="124071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>
            <a:off x="5629368" y="3199533"/>
            <a:ext cx="10097945" cy="6058767"/>
          </a:xfrm>
          <a:custGeom>
            <a:avLst/>
            <a:gdLst/>
            <a:ahLst/>
            <a:cxnLst/>
            <a:rect l="l" t="t" r="r" b="b"/>
            <a:pathLst>
              <a:path w="10097945" h="6058767">
                <a:moveTo>
                  <a:pt x="0" y="0"/>
                </a:moveTo>
                <a:lnTo>
                  <a:pt x="10097945" y="0"/>
                </a:lnTo>
                <a:lnTo>
                  <a:pt x="10097945" y="6058767"/>
                </a:lnTo>
                <a:lnTo>
                  <a:pt x="0" y="60587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TextBox 8"/>
          <p:cNvSpPr txBox="1"/>
          <p:nvPr/>
        </p:nvSpPr>
        <p:spPr>
          <a:xfrm>
            <a:off x="7426245" y="887719"/>
            <a:ext cx="8479483" cy="1753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664"/>
              </a:lnSpc>
            </a:pPr>
            <a:r>
              <a:rPr lang="en-US" sz="11579">
                <a:solidFill>
                  <a:srgbClr val="FDB31D"/>
                </a:solidFill>
                <a:latin typeface="Handelson Six"/>
                <a:ea typeface="Handelson Six"/>
                <a:cs typeface="Handelson Six"/>
                <a:sym typeface="Handelson Six"/>
              </a:rPr>
              <a:t>load()</a:t>
            </a:r>
          </a:p>
        </p:txBody>
      </p:sp>
      <p:sp>
        <p:nvSpPr>
          <p:cNvPr id="9" name="Freeform 9"/>
          <p:cNvSpPr/>
          <p:nvPr/>
        </p:nvSpPr>
        <p:spPr>
          <a:xfrm rot="2046468">
            <a:off x="15461622" y="2766340"/>
            <a:ext cx="531383" cy="866385"/>
          </a:xfrm>
          <a:custGeom>
            <a:avLst/>
            <a:gdLst/>
            <a:ahLst/>
            <a:cxnLst/>
            <a:rect l="l" t="t" r="r" b="b"/>
            <a:pathLst>
              <a:path w="531383" h="866385">
                <a:moveTo>
                  <a:pt x="0" y="0"/>
                </a:moveTo>
                <a:lnTo>
                  <a:pt x="531383" y="0"/>
                </a:lnTo>
                <a:lnTo>
                  <a:pt x="531383" y="866385"/>
                </a:lnTo>
                <a:lnTo>
                  <a:pt x="0" y="8663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 rot="1489445">
            <a:off x="10387105" y="1557367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-1050833" y="0"/>
            <a:ext cx="20045355" cy="10287000"/>
          </a:xfrm>
          <a:custGeom>
            <a:avLst/>
            <a:gdLst/>
            <a:ahLst/>
            <a:cxnLst/>
            <a:rect l="l" t="t" r="r" b="b"/>
            <a:pathLst>
              <a:path w="20045355" h="10287000">
                <a:moveTo>
                  <a:pt x="0" y="0"/>
                </a:moveTo>
                <a:lnTo>
                  <a:pt x="20045355" y="0"/>
                </a:lnTo>
                <a:lnTo>
                  <a:pt x="2004535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413" t="-593274" b="-435022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>
            <a:off x="4150021" y="0"/>
            <a:ext cx="13660296" cy="15358735"/>
          </a:xfrm>
          <a:custGeom>
            <a:avLst/>
            <a:gdLst/>
            <a:ahLst/>
            <a:cxnLst/>
            <a:rect l="l" t="t" r="r" b="b"/>
            <a:pathLst>
              <a:path w="13660296" h="15358735">
                <a:moveTo>
                  <a:pt x="0" y="0"/>
                </a:moveTo>
                <a:lnTo>
                  <a:pt x="13660295" y="0"/>
                </a:lnTo>
                <a:lnTo>
                  <a:pt x="13660295" y="15358735"/>
                </a:lnTo>
                <a:lnTo>
                  <a:pt x="0" y="153587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48" r="-1048" b="-6138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 rot="481108">
            <a:off x="-1918332" y="3576152"/>
            <a:ext cx="6238809" cy="12407123"/>
          </a:xfrm>
          <a:custGeom>
            <a:avLst/>
            <a:gdLst/>
            <a:ahLst/>
            <a:cxnLst/>
            <a:rect l="l" t="t" r="r" b="b"/>
            <a:pathLst>
              <a:path w="6238809" h="12407123">
                <a:moveTo>
                  <a:pt x="0" y="0"/>
                </a:moveTo>
                <a:lnTo>
                  <a:pt x="6238809" y="0"/>
                </a:lnTo>
                <a:lnTo>
                  <a:pt x="6238809" y="12407124"/>
                </a:lnTo>
                <a:lnTo>
                  <a:pt x="0" y="124071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>
            <a:off x="4994715" y="3844520"/>
            <a:ext cx="11042887" cy="3904145"/>
          </a:xfrm>
          <a:custGeom>
            <a:avLst/>
            <a:gdLst/>
            <a:ahLst/>
            <a:cxnLst/>
            <a:rect l="l" t="t" r="r" b="b"/>
            <a:pathLst>
              <a:path w="11042887" h="3904145">
                <a:moveTo>
                  <a:pt x="0" y="0"/>
                </a:moveTo>
                <a:lnTo>
                  <a:pt x="11042887" y="0"/>
                </a:lnTo>
                <a:lnTo>
                  <a:pt x="11042887" y="3904145"/>
                </a:lnTo>
                <a:lnTo>
                  <a:pt x="0" y="39041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653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TextBox 8"/>
          <p:cNvSpPr txBox="1"/>
          <p:nvPr/>
        </p:nvSpPr>
        <p:spPr>
          <a:xfrm>
            <a:off x="7239000" y="1154031"/>
            <a:ext cx="9112959" cy="1635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664"/>
              </a:lnSpc>
            </a:pPr>
            <a:r>
              <a:rPr lang="en-US" sz="10800" dirty="0" err="1">
                <a:solidFill>
                  <a:srgbClr val="FDB31D"/>
                </a:solidFill>
                <a:latin typeface="Handelson Six"/>
                <a:ea typeface="Handelson Six"/>
                <a:cs typeface="Handelson Six"/>
                <a:sym typeface="Handelson Six"/>
              </a:rPr>
              <a:t>Startbutton</a:t>
            </a:r>
            <a:r>
              <a:rPr lang="en-US" sz="11000" dirty="0">
                <a:solidFill>
                  <a:srgbClr val="FDB31D"/>
                </a:solidFill>
                <a:latin typeface="Handelson Six"/>
                <a:ea typeface="Handelson Six"/>
                <a:cs typeface="Handelson Six"/>
                <a:sym typeface="Handelson Six"/>
              </a:rPr>
              <a:t>()</a:t>
            </a:r>
          </a:p>
        </p:txBody>
      </p:sp>
      <p:sp>
        <p:nvSpPr>
          <p:cNvPr id="9" name="Freeform 9"/>
          <p:cNvSpPr/>
          <p:nvPr/>
        </p:nvSpPr>
        <p:spPr>
          <a:xfrm rot="2046468">
            <a:off x="15771910" y="3276142"/>
            <a:ext cx="531383" cy="866385"/>
          </a:xfrm>
          <a:custGeom>
            <a:avLst/>
            <a:gdLst/>
            <a:ahLst/>
            <a:cxnLst/>
            <a:rect l="l" t="t" r="r" b="b"/>
            <a:pathLst>
              <a:path w="531383" h="866385">
                <a:moveTo>
                  <a:pt x="0" y="0"/>
                </a:moveTo>
                <a:lnTo>
                  <a:pt x="531383" y="0"/>
                </a:lnTo>
                <a:lnTo>
                  <a:pt x="531383" y="866385"/>
                </a:lnTo>
                <a:lnTo>
                  <a:pt x="0" y="8663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 rot="1489445">
            <a:off x="10242073" y="1486149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-1050833" y="0"/>
            <a:ext cx="20045355" cy="10287000"/>
          </a:xfrm>
          <a:custGeom>
            <a:avLst/>
            <a:gdLst/>
            <a:ahLst/>
            <a:cxnLst/>
            <a:rect l="l" t="t" r="r" b="b"/>
            <a:pathLst>
              <a:path w="20045355" h="10287000">
                <a:moveTo>
                  <a:pt x="0" y="0"/>
                </a:moveTo>
                <a:lnTo>
                  <a:pt x="20045355" y="0"/>
                </a:lnTo>
                <a:lnTo>
                  <a:pt x="2004535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413" t="-593274" b="-435022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>
            <a:off x="4150021" y="0"/>
            <a:ext cx="13660296" cy="15358735"/>
          </a:xfrm>
          <a:custGeom>
            <a:avLst/>
            <a:gdLst/>
            <a:ahLst/>
            <a:cxnLst/>
            <a:rect l="l" t="t" r="r" b="b"/>
            <a:pathLst>
              <a:path w="13660296" h="15358735">
                <a:moveTo>
                  <a:pt x="0" y="0"/>
                </a:moveTo>
                <a:lnTo>
                  <a:pt x="13660295" y="0"/>
                </a:lnTo>
                <a:lnTo>
                  <a:pt x="13660295" y="15358735"/>
                </a:lnTo>
                <a:lnTo>
                  <a:pt x="0" y="153587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48" r="-1048" b="-6138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 rot="860613">
            <a:off x="-2476905" y="3601959"/>
            <a:ext cx="6238809" cy="12407123"/>
          </a:xfrm>
          <a:custGeom>
            <a:avLst/>
            <a:gdLst/>
            <a:ahLst/>
            <a:cxnLst/>
            <a:rect l="l" t="t" r="r" b="b"/>
            <a:pathLst>
              <a:path w="6238809" h="12407123">
                <a:moveTo>
                  <a:pt x="0" y="0"/>
                </a:moveTo>
                <a:lnTo>
                  <a:pt x="6238809" y="0"/>
                </a:lnTo>
                <a:lnTo>
                  <a:pt x="6238809" y="12407124"/>
                </a:lnTo>
                <a:lnTo>
                  <a:pt x="0" y="124071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>
            <a:off x="4931345" y="3753580"/>
            <a:ext cx="11301259" cy="3729415"/>
          </a:xfrm>
          <a:custGeom>
            <a:avLst/>
            <a:gdLst/>
            <a:ahLst/>
            <a:cxnLst/>
            <a:rect l="l" t="t" r="r" b="b"/>
            <a:pathLst>
              <a:path w="11301259" h="3729415">
                <a:moveTo>
                  <a:pt x="0" y="0"/>
                </a:moveTo>
                <a:lnTo>
                  <a:pt x="11301259" y="0"/>
                </a:lnTo>
                <a:lnTo>
                  <a:pt x="11301259" y="3729416"/>
                </a:lnTo>
                <a:lnTo>
                  <a:pt x="0" y="37294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 rot="2046468">
            <a:off x="15771910" y="3320388"/>
            <a:ext cx="531383" cy="866385"/>
          </a:xfrm>
          <a:custGeom>
            <a:avLst/>
            <a:gdLst/>
            <a:ahLst/>
            <a:cxnLst/>
            <a:rect l="l" t="t" r="r" b="b"/>
            <a:pathLst>
              <a:path w="531383" h="866385">
                <a:moveTo>
                  <a:pt x="0" y="0"/>
                </a:moveTo>
                <a:lnTo>
                  <a:pt x="531383" y="0"/>
                </a:lnTo>
                <a:lnTo>
                  <a:pt x="531383" y="866384"/>
                </a:lnTo>
                <a:lnTo>
                  <a:pt x="0" y="8663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TextBox 9"/>
          <p:cNvSpPr txBox="1"/>
          <p:nvPr/>
        </p:nvSpPr>
        <p:spPr>
          <a:xfrm>
            <a:off x="6959131" y="1079880"/>
            <a:ext cx="9541372" cy="159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484"/>
              </a:lnSpc>
            </a:pPr>
            <a:r>
              <a:rPr lang="en-US" sz="10580">
                <a:solidFill>
                  <a:srgbClr val="FDB31D"/>
                </a:solidFill>
                <a:latin typeface="Handelson Six"/>
                <a:ea typeface="Handelson Six"/>
                <a:cs typeface="Handelson Six"/>
                <a:sym typeface="Handelson Six"/>
              </a:rPr>
              <a:t>JSON-Struktur</a:t>
            </a:r>
          </a:p>
        </p:txBody>
      </p:sp>
      <p:sp>
        <p:nvSpPr>
          <p:cNvPr id="4" name="Freeform 4"/>
          <p:cNvSpPr/>
          <p:nvPr/>
        </p:nvSpPr>
        <p:spPr>
          <a:xfrm rot="1489445">
            <a:off x="10242073" y="1486149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2551" y="2925992"/>
            <a:ext cx="9504402" cy="6332308"/>
          </a:xfrm>
          <a:custGeom>
            <a:avLst/>
            <a:gdLst/>
            <a:ahLst/>
            <a:cxnLst/>
            <a:rect l="l" t="t" r="r" b="b"/>
            <a:pathLst>
              <a:path w="9504402" h="6332308">
                <a:moveTo>
                  <a:pt x="0" y="0"/>
                </a:moveTo>
                <a:lnTo>
                  <a:pt x="9504401" y="0"/>
                </a:lnTo>
                <a:lnTo>
                  <a:pt x="9504401" y="6332308"/>
                </a:lnTo>
                <a:lnTo>
                  <a:pt x="0" y="633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8333969" y="147218"/>
            <a:ext cx="9954031" cy="7715885"/>
          </a:xfrm>
          <a:custGeom>
            <a:avLst/>
            <a:gdLst/>
            <a:ahLst/>
            <a:cxnLst/>
            <a:rect l="l" t="t" r="r" b="b"/>
            <a:pathLst>
              <a:path w="9954031" h="7715885">
                <a:moveTo>
                  <a:pt x="0" y="0"/>
                </a:moveTo>
                <a:lnTo>
                  <a:pt x="9954031" y="0"/>
                </a:lnTo>
                <a:lnTo>
                  <a:pt x="9954031" y="7715886"/>
                </a:lnTo>
                <a:lnTo>
                  <a:pt x="0" y="77158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2" r="-8172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5626201" y="4420998"/>
            <a:ext cx="11301259" cy="5876655"/>
          </a:xfrm>
          <a:custGeom>
            <a:avLst/>
            <a:gdLst/>
            <a:ahLst/>
            <a:cxnLst/>
            <a:rect l="l" t="t" r="r" b="b"/>
            <a:pathLst>
              <a:path w="11301259" h="5876655">
                <a:moveTo>
                  <a:pt x="0" y="0"/>
                </a:moveTo>
                <a:lnTo>
                  <a:pt x="11301259" y="0"/>
                </a:lnTo>
                <a:lnTo>
                  <a:pt x="11301259" y="5876654"/>
                </a:lnTo>
                <a:lnTo>
                  <a:pt x="0" y="5876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5400000">
            <a:off x="8135003" y="-8115300"/>
            <a:ext cx="2017995" cy="18288000"/>
          </a:xfrm>
          <a:custGeom>
            <a:avLst/>
            <a:gdLst/>
            <a:ahLst/>
            <a:cxnLst/>
            <a:rect l="l" t="t" r="r" b="b"/>
            <a:pathLst>
              <a:path w="2017995" h="18288000">
                <a:moveTo>
                  <a:pt x="0" y="0"/>
                </a:moveTo>
                <a:lnTo>
                  <a:pt x="2017994" y="0"/>
                </a:lnTo>
                <a:lnTo>
                  <a:pt x="2017994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5496" t="-6717" r="-62487" b="-6717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4831501" y="156743"/>
            <a:ext cx="9189299" cy="1753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664"/>
              </a:lnSpc>
            </a:pPr>
            <a:r>
              <a:rPr lang="en-US" sz="11579" dirty="0">
                <a:solidFill>
                  <a:srgbClr val="FDB31D"/>
                </a:solidFill>
                <a:latin typeface="Handelson Six"/>
                <a:ea typeface="Handelson Six"/>
                <a:cs typeface="Handelson Six"/>
                <a:sym typeface="Handelson Six"/>
              </a:rPr>
              <a:t>Live preview:</a:t>
            </a:r>
          </a:p>
        </p:txBody>
      </p:sp>
      <p:sp>
        <p:nvSpPr>
          <p:cNvPr id="7" name="Freeform 7"/>
          <p:cNvSpPr/>
          <p:nvPr/>
        </p:nvSpPr>
        <p:spPr>
          <a:xfrm rot="1280981">
            <a:off x="-10422729" y="8752920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 rot="1280981">
            <a:off x="7807338" y="34121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5004202" y="5205412"/>
            <a:ext cx="6682369" cy="716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1"/>
              </a:lnSpc>
            </a:pPr>
            <a:r>
              <a:rPr lang="en-US" sz="4662">
                <a:solidFill>
                  <a:srgbClr val="FFFFFF"/>
                </a:solidFill>
                <a:latin typeface="Handelson Six"/>
                <a:ea typeface="Handelson Six"/>
                <a:cs typeface="Handelson Six"/>
                <a:sym typeface="Handelson Six"/>
              </a:rPr>
              <a:t>Dunkles Design</a:t>
            </a:r>
          </a:p>
        </p:txBody>
      </p:sp>
      <p:sp>
        <p:nvSpPr>
          <p:cNvPr id="4" name="Freeform 4"/>
          <p:cNvSpPr/>
          <p:nvPr/>
        </p:nvSpPr>
        <p:spPr>
          <a:xfrm>
            <a:off x="-352043" y="2046344"/>
            <a:ext cx="19112879" cy="2709680"/>
          </a:xfrm>
          <a:custGeom>
            <a:avLst/>
            <a:gdLst/>
            <a:ahLst/>
            <a:cxnLst/>
            <a:rect l="l" t="t" r="r" b="b"/>
            <a:pathLst>
              <a:path w="19112879" h="2709680">
                <a:moveTo>
                  <a:pt x="0" y="0"/>
                </a:moveTo>
                <a:lnTo>
                  <a:pt x="19112879" y="0"/>
                </a:lnTo>
                <a:lnTo>
                  <a:pt x="19112879" y="2709680"/>
                </a:lnTo>
                <a:lnTo>
                  <a:pt x="0" y="270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64" t="-1818109" b="-1318511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1280981">
            <a:off x="5222084" y="-173107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 rot="-615738">
            <a:off x="-678647" y="1835410"/>
            <a:ext cx="4418854" cy="4330477"/>
          </a:xfrm>
          <a:custGeom>
            <a:avLst/>
            <a:gdLst/>
            <a:ahLst/>
            <a:cxnLst/>
            <a:rect l="l" t="t" r="r" b="b"/>
            <a:pathLst>
              <a:path w="4418854" h="4330477">
                <a:moveTo>
                  <a:pt x="0" y="0"/>
                </a:moveTo>
                <a:lnTo>
                  <a:pt x="4418855" y="0"/>
                </a:lnTo>
                <a:lnTo>
                  <a:pt x="4418855" y="4330477"/>
                </a:lnTo>
                <a:lnTo>
                  <a:pt x="0" y="4330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 rot="1016425">
            <a:off x="182987" y="4338983"/>
            <a:ext cx="4418854" cy="4330477"/>
          </a:xfrm>
          <a:custGeom>
            <a:avLst/>
            <a:gdLst/>
            <a:ahLst/>
            <a:cxnLst/>
            <a:rect l="l" t="t" r="r" b="b"/>
            <a:pathLst>
              <a:path w="4418854" h="4330477">
                <a:moveTo>
                  <a:pt x="0" y="0"/>
                </a:moveTo>
                <a:lnTo>
                  <a:pt x="4418854" y="0"/>
                </a:lnTo>
                <a:lnTo>
                  <a:pt x="4418854" y="4330477"/>
                </a:lnTo>
                <a:lnTo>
                  <a:pt x="0" y="4330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 rot="-1494546">
            <a:off x="868341" y="3622719"/>
            <a:ext cx="463594" cy="755860"/>
          </a:xfrm>
          <a:custGeom>
            <a:avLst/>
            <a:gdLst/>
            <a:ahLst/>
            <a:cxnLst/>
            <a:rect l="l" t="t" r="r" b="b"/>
            <a:pathLst>
              <a:path w="463594" h="755860">
                <a:moveTo>
                  <a:pt x="0" y="0"/>
                </a:moveTo>
                <a:lnTo>
                  <a:pt x="463593" y="0"/>
                </a:lnTo>
                <a:lnTo>
                  <a:pt x="463593" y="755860"/>
                </a:lnTo>
                <a:lnTo>
                  <a:pt x="0" y="755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/>
          <p:cNvSpPr/>
          <p:nvPr/>
        </p:nvSpPr>
        <p:spPr>
          <a:xfrm rot="-452665">
            <a:off x="589094" y="5568521"/>
            <a:ext cx="3606639" cy="2402923"/>
          </a:xfrm>
          <a:custGeom>
            <a:avLst/>
            <a:gdLst/>
            <a:ahLst/>
            <a:cxnLst/>
            <a:rect l="l" t="t" r="r" b="b"/>
            <a:pathLst>
              <a:path w="3606639" h="2402923">
                <a:moveTo>
                  <a:pt x="0" y="0"/>
                </a:moveTo>
                <a:lnTo>
                  <a:pt x="3606640" y="0"/>
                </a:lnTo>
                <a:lnTo>
                  <a:pt x="3606640" y="2402923"/>
                </a:lnTo>
                <a:lnTo>
                  <a:pt x="0" y="24029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TextBox 10"/>
          <p:cNvSpPr txBox="1"/>
          <p:nvPr/>
        </p:nvSpPr>
        <p:spPr>
          <a:xfrm>
            <a:off x="6036730" y="6202425"/>
            <a:ext cx="4419636" cy="1359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66"/>
              </a:lnSpc>
            </a:pPr>
            <a:r>
              <a:rPr lang="en-US" sz="1976" spc="47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Starke Kontraste für Detektivstimmung. Dialoge bleiben lesbar, Fokus liegt auf Hinweisen und Entscheidungen.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95678" y="5205412"/>
            <a:ext cx="6802867" cy="716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1"/>
              </a:lnSpc>
            </a:pPr>
            <a:r>
              <a:rPr lang="en-US" sz="4662">
                <a:solidFill>
                  <a:srgbClr val="FFFFFF"/>
                </a:solidFill>
                <a:latin typeface="Handelson Six"/>
                <a:ea typeface="Handelson Six"/>
                <a:cs typeface="Handelson Six"/>
                <a:sym typeface="Handelson Six"/>
              </a:rPr>
              <a:t>JSON-Architektur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11517" y="6202425"/>
            <a:ext cx="4419636" cy="1359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66"/>
              </a:lnSpc>
            </a:pPr>
            <a:r>
              <a:rPr lang="en-US" sz="1976" spc="47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Inhalt und Logik getrennt. Feste Screen-Bereiche für klare Navigation. Ideal für spätere Anpassungen.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21336" y="2650303"/>
            <a:ext cx="12298198" cy="1501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1793"/>
              </a:lnSpc>
            </a:pPr>
            <a:r>
              <a:rPr lang="en-US" sz="9994" dirty="0" err="1">
                <a:solidFill>
                  <a:srgbClr val="FDB31D"/>
                </a:solidFill>
                <a:latin typeface="Handelson Six"/>
                <a:ea typeface="Handelson Six"/>
                <a:cs typeface="Handelson Six"/>
                <a:sym typeface="Handelson Six"/>
              </a:rPr>
              <a:t>Warum</a:t>
            </a:r>
            <a:r>
              <a:rPr lang="en-US" sz="9994" dirty="0">
                <a:solidFill>
                  <a:srgbClr val="FDB31D"/>
                </a:solidFill>
                <a:latin typeface="Handelson Six"/>
                <a:ea typeface="Handelson Six"/>
                <a:cs typeface="Handelson Six"/>
                <a:sym typeface="Handelson Six"/>
              </a:rPr>
              <a:t> so </a:t>
            </a:r>
            <a:r>
              <a:rPr lang="en-US" sz="9994" dirty="0" err="1">
                <a:solidFill>
                  <a:srgbClr val="FDB31D"/>
                </a:solidFill>
                <a:latin typeface="Handelson Six"/>
                <a:ea typeface="Handelson Six"/>
                <a:cs typeface="Handelson Six"/>
                <a:sym typeface="Handelson Six"/>
              </a:rPr>
              <a:t>gestaltet</a:t>
            </a:r>
            <a:r>
              <a:rPr lang="en-US" sz="9994" dirty="0">
                <a:solidFill>
                  <a:srgbClr val="FDB31D"/>
                </a:solidFill>
                <a:latin typeface="Handelson Six"/>
                <a:ea typeface="Handelson Six"/>
                <a:cs typeface="Handelson Six"/>
                <a:sym typeface="Handelson Six"/>
              </a:rPr>
              <a:t>?</a:t>
            </a: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550894">
            <a:off x="-1086540" y="8918016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2"/>
                </a:lnTo>
                <a:lnTo>
                  <a:pt x="0" y="8248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 rot="-861227">
            <a:off x="-4438231" y="455983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873426">
            <a:off x="1822442" y="1018132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2"/>
                </a:lnTo>
                <a:lnTo>
                  <a:pt x="0" y="8248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 rot="-1243576">
            <a:off x="5544918" y="8607012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 rot="1489445">
            <a:off x="9710502" y="2126279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TextBox 8"/>
          <p:cNvSpPr txBox="1"/>
          <p:nvPr/>
        </p:nvSpPr>
        <p:spPr>
          <a:xfrm>
            <a:off x="1764344" y="3890605"/>
            <a:ext cx="14759311" cy="3710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25"/>
              </a:lnSpc>
            </a:pPr>
            <a:r>
              <a:rPr lang="en-US" sz="15412" dirty="0">
                <a:solidFill>
                  <a:srgbClr val="FFFFFF"/>
                </a:solidFill>
                <a:latin typeface="Handelson Six"/>
                <a:ea typeface="Handelson Six"/>
                <a:cs typeface="Handelson Six"/>
                <a:sym typeface="Handelson Six"/>
              </a:rPr>
              <a:t>Danke!</a:t>
            </a:r>
          </a:p>
          <a:p>
            <a:pPr marL="0" lvl="0" indent="0" algn="ctr">
              <a:lnSpc>
                <a:spcPts val="14025"/>
              </a:lnSpc>
            </a:pPr>
            <a:r>
              <a:rPr lang="en-US" sz="15412" dirty="0">
                <a:solidFill>
                  <a:srgbClr val="FFFFFF"/>
                </a:solidFill>
                <a:latin typeface="Handelson Six"/>
                <a:ea typeface="Handelson Six"/>
                <a:cs typeface="Handelson Six"/>
                <a:sym typeface="Handelson Six"/>
              </a:rPr>
              <a:t>Noch </a:t>
            </a:r>
            <a:r>
              <a:rPr lang="en-US" sz="15412" dirty="0" err="1">
                <a:solidFill>
                  <a:srgbClr val="FFFFFF"/>
                </a:solidFill>
                <a:latin typeface="Handelson Six"/>
                <a:ea typeface="Handelson Six"/>
                <a:cs typeface="Handelson Six"/>
                <a:sym typeface="Handelson Six"/>
              </a:rPr>
              <a:t>fragen</a:t>
            </a:r>
            <a:r>
              <a:rPr lang="en-US" sz="15412" dirty="0">
                <a:solidFill>
                  <a:srgbClr val="FFFFFF"/>
                </a:solidFill>
                <a:latin typeface="Handelson Six"/>
                <a:ea typeface="Handelson Six"/>
                <a:cs typeface="Handelson Six"/>
                <a:sym typeface="Handelson Six"/>
              </a:rPr>
              <a:t>?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5105399" y="3890605"/>
            <a:ext cx="931815" cy="1060117"/>
          </a:xfrm>
          <a:custGeom>
            <a:avLst/>
            <a:gdLst/>
            <a:ahLst/>
            <a:cxnLst/>
            <a:rect l="l" t="t" r="r" b="b"/>
            <a:pathLst>
              <a:path w="449463" h="449463">
                <a:moveTo>
                  <a:pt x="449463" y="0"/>
                </a:moveTo>
                <a:lnTo>
                  <a:pt x="0" y="0"/>
                </a:lnTo>
                <a:lnTo>
                  <a:pt x="0" y="449464"/>
                </a:lnTo>
                <a:lnTo>
                  <a:pt x="449463" y="449464"/>
                </a:lnTo>
                <a:lnTo>
                  <a:pt x="44946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/>
          <p:cNvSpPr/>
          <p:nvPr/>
        </p:nvSpPr>
        <p:spPr>
          <a:xfrm rot="1280981">
            <a:off x="-9136854" y="8705554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22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16856964" cy="8846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1BC35017-7461-A16A-6CB8-AA7273F676B9}"/>
              </a:ext>
            </a:extLst>
          </p:cNvPr>
          <p:cNvSpPr/>
          <p:nvPr/>
        </p:nvSpPr>
        <p:spPr>
          <a:xfrm rot="5400000">
            <a:off x="3975310" y="-4025687"/>
            <a:ext cx="10337380" cy="18288000"/>
          </a:xfrm>
          <a:custGeom>
            <a:avLst/>
            <a:gdLst/>
            <a:ahLst/>
            <a:cxnLst/>
            <a:rect l="l" t="t" r="r" b="b"/>
            <a:pathLst>
              <a:path w="1948994" h="10287000">
                <a:moveTo>
                  <a:pt x="0" y="0"/>
                </a:moveTo>
                <a:lnTo>
                  <a:pt x="1948994" y="0"/>
                </a:lnTo>
                <a:lnTo>
                  <a:pt x="19489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125" t="-16313" r="-6025"/>
            </a:stretch>
          </a:blipFill>
        </p:spPr>
        <p:txBody>
          <a:bodyPr/>
          <a:lstStyle/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7C59465-A3B7-FA06-0290-0D23A57A81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416" y="270987"/>
            <a:ext cx="6529167" cy="974502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Freeform 22">
            <a:extLst>
              <a:ext uri="{FF2B5EF4-FFF2-40B4-BE49-F238E27FC236}">
                <a16:creationId xmlns:a16="http://schemas.microsoft.com/office/drawing/2014/main" id="{AD0D6C25-45F5-488E-A5C9-94D533569AD9}"/>
              </a:ext>
            </a:extLst>
          </p:cNvPr>
          <p:cNvSpPr/>
          <p:nvPr/>
        </p:nvSpPr>
        <p:spPr>
          <a:xfrm rot="2100326">
            <a:off x="-9462401" y="7001104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4D50DA09-BFCB-77F7-B98B-691292CE5E17}"/>
              </a:ext>
            </a:extLst>
          </p:cNvPr>
          <p:cNvSpPr/>
          <p:nvPr/>
        </p:nvSpPr>
        <p:spPr>
          <a:xfrm rot="4022918">
            <a:off x="8068230" y="1277477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22">
            <a:extLst>
              <a:ext uri="{FF2B5EF4-FFF2-40B4-BE49-F238E27FC236}">
                <a16:creationId xmlns:a16="http://schemas.microsoft.com/office/drawing/2014/main" id="{8B12856E-ED56-820C-B4D3-AF13BFD09B94}"/>
              </a:ext>
            </a:extLst>
          </p:cNvPr>
          <p:cNvSpPr/>
          <p:nvPr/>
        </p:nvSpPr>
        <p:spPr>
          <a:xfrm rot="2100326">
            <a:off x="-9862012" y="8973677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22">
            <a:extLst>
              <a:ext uri="{FF2B5EF4-FFF2-40B4-BE49-F238E27FC236}">
                <a16:creationId xmlns:a16="http://schemas.microsoft.com/office/drawing/2014/main" id="{A6FD99F7-875F-8CF6-0D49-3530DD32B27F}"/>
              </a:ext>
            </a:extLst>
          </p:cNvPr>
          <p:cNvSpPr/>
          <p:nvPr/>
        </p:nvSpPr>
        <p:spPr>
          <a:xfrm rot="2100326">
            <a:off x="8063148" y="1582278"/>
            <a:ext cx="19724024" cy="824823"/>
          </a:xfrm>
          <a:custGeom>
            <a:avLst/>
            <a:gdLst/>
            <a:ahLst/>
            <a:cxnLst/>
            <a:rect l="l" t="t" r="r" b="b"/>
            <a:pathLst>
              <a:path w="19724024" h="824823">
                <a:moveTo>
                  <a:pt x="0" y="0"/>
                </a:moveTo>
                <a:lnTo>
                  <a:pt x="19724024" y="0"/>
                </a:lnTo>
                <a:lnTo>
                  <a:pt x="19724024" y="824823"/>
                </a:lnTo>
                <a:lnTo>
                  <a:pt x="0" y="824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906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Benutzerdefiniert</PresentationFormat>
  <Paragraphs>32</Paragraphs>
  <Slides>11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8" baseType="lpstr">
      <vt:lpstr>Calibri</vt:lpstr>
      <vt:lpstr>Bitter</vt:lpstr>
      <vt:lpstr>Lumios Marker</vt:lpstr>
      <vt:lpstr>Handelson Six</vt:lpstr>
      <vt:lpstr>Aptos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HiddenMotive: Museumsnacht Detektivspiel
</dc:title>
  <cp:lastModifiedBy>Mühleder Michael</cp:lastModifiedBy>
  <cp:revision>8</cp:revision>
  <dcterms:created xsi:type="dcterms:W3CDTF">2006-08-16T00:00:00Z</dcterms:created>
  <dcterms:modified xsi:type="dcterms:W3CDTF">2026-06-17T07:20:56Z</dcterms:modified>
  <dc:identifier>DAHJEH5gjFE</dc:identifier>
</cp:coreProperties>
</file>